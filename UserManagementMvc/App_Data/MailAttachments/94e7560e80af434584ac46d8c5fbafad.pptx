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9T21:40:20.8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54CD6C-9813-43B3-AC4D-EA85F3B808D2}" type="datetimeFigureOut">
              <a:rPr lang="en-IN" smtClean="0"/>
              <a:t>10-06-2025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BA84EB-AFB7-4FE6-B5CE-CDB1D6BDA1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90135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72BD8-A874-488D-80CB-1BD4D89BB832}" type="datetimeFigureOut">
              <a:rPr lang="en-IN" smtClean="0"/>
              <a:t>10-06-2025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D1680-D649-488D-9073-3A1CAC9585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1175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72BD8-A874-488D-80CB-1BD4D89BB832}" type="datetimeFigureOut">
              <a:rPr lang="en-IN" smtClean="0"/>
              <a:t>10-06-2025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D1680-D649-488D-9073-3A1CAC9585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6813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72BD8-A874-488D-80CB-1BD4D89BB832}" type="datetimeFigureOut">
              <a:rPr lang="en-IN" smtClean="0"/>
              <a:t>10-06-2025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D1680-D649-488D-9073-3A1CAC9585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96402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72BD8-A874-488D-80CB-1BD4D89BB832}" type="datetimeFigureOut">
              <a:rPr lang="en-IN" smtClean="0"/>
              <a:t>10-06-2025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D1680-D649-488D-9073-3A1CAC9585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4269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72BD8-A874-488D-80CB-1BD4D89BB832}" type="datetimeFigureOut">
              <a:rPr lang="en-IN" smtClean="0"/>
              <a:t>10-06-2025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D1680-D649-488D-9073-3A1CAC9585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992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72BD8-A874-488D-80CB-1BD4D89BB832}" type="datetimeFigureOut">
              <a:rPr lang="en-IN" smtClean="0"/>
              <a:t>10-06-2025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D1680-D649-488D-9073-3A1CAC9585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71387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72BD8-A874-488D-80CB-1BD4D89BB832}" type="datetimeFigureOut">
              <a:rPr lang="en-IN" smtClean="0"/>
              <a:t>10-06-2025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D1680-D649-488D-9073-3A1CAC9585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4686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72BD8-A874-488D-80CB-1BD4D89BB832}" type="datetimeFigureOut">
              <a:rPr lang="en-IN" smtClean="0"/>
              <a:t>10-06-2025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D1680-D649-488D-9073-3A1CAC9585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3731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72BD8-A874-488D-80CB-1BD4D89BB832}" type="datetimeFigureOut">
              <a:rPr lang="en-IN" smtClean="0"/>
              <a:t>10-06-2025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D1680-D649-488D-9073-3A1CAC9585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1566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72BD8-A874-488D-80CB-1BD4D89BB832}" type="datetimeFigureOut">
              <a:rPr lang="en-IN" smtClean="0"/>
              <a:t>10-06-2025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D1680-D649-488D-9073-3A1CAC9585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5221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72BD8-A874-488D-80CB-1BD4D89BB832}" type="datetimeFigureOut">
              <a:rPr lang="en-IN" smtClean="0"/>
              <a:t>10-06-2025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D1680-D649-488D-9073-3A1CAC958524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278068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72BD8-A874-488D-80CB-1BD4D89BB832}" type="datetimeFigureOut">
              <a:rPr lang="en-IN" smtClean="0"/>
              <a:t>10-06-2025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D1680-D649-488D-9073-3A1CAC9585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28032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72BD8-A874-488D-80CB-1BD4D89BB832}" type="datetimeFigureOut">
              <a:rPr lang="en-IN" smtClean="0"/>
              <a:t>10-06-2025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D1680-D649-488D-9073-3A1CAC958524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481406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72BD8-A874-488D-80CB-1BD4D89BB832}" type="datetimeFigureOut">
              <a:rPr lang="en-IN" smtClean="0"/>
              <a:t>10-06-2025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D1680-D649-488D-9073-3A1CAC9585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92339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72BD8-A874-488D-80CB-1BD4D89BB832}" type="datetimeFigureOut">
              <a:rPr lang="en-IN" smtClean="0"/>
              <a:t>10-06-2025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D1680-D649-488D-9073-3A1CAC9585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34482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72BD8-A874-488D-80CB-1BD4D89BB832}" type="datetimeFigureOut">
              <a:rPr lang="en-IN" smtClean="0"/>
              <a:t>10-06-2025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D1680-D649-488D-9073-3A1CAC9585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8649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F72BD8-A874-488D-80CB-1BD4D89BB832}" type="datetimeFigureOut">
              <a:rPr lang="en-IN" smtClean="0"/>
              <a:t>10-06-2025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8BD1680-D649-488D-9073-3A1CAC9585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062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79D91-F575-6638-EA32-CF86459FA6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5855" y="0"/>
            <a:ext cx="7766936" cy="1646302"/>
          </a:xfrm>
        </p:spPr>
        <p:txBody>
          <a:bodyPr/>
          <a:lstStyle/>
          <a:p>
            <a:r>
              <a:rPr lang="en-IN" sz="7200" b="1" u="sng" dirty="0">
                <a:solidFill>
                  <a:srgbClr val="FF0000"/>
                </a:solidFill>
              </a:rPr>
              <a:t>B.B.D.I.T.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C35C8F-6B5D-A398-21DC-723030B042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754352" y="1551360"/>
            <a:ext cx="7766936" cy="1096899"/>
          </a:xfrm>
        </p:spPr>
        <p:txBody>
          <a:bodyPr>
            <a:normAutofit/>
          </a:bodyPr>
          <a:lstStyle/>
          <a:p>
            <a:r>
              <a:rPr lang="en-IN" sz="3600" dirty="0"/>
              <a:t>GHAZIBAD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27B8FCB-2085-B21B-6C24-0EC692247137}"/>
                  </a:ext>
                </a:extLst>
              </p14:cNvPr>
              <p14:cNvContentPartPr/>
              <p14:nvPr/>
            </p14:nvContentPartPr>
            <p14:xfrm>
              <a:off x="6056617" y="1779461"/>
              <a:ext cx="360" cy="3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27B8FCB-2085-B21B-6C24-0EC69224713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47617" y="1770461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AFF55BBB-CEEF-3400-FBFB-64DE6F2A2745}"/>
              </a:ext>
            </a:extLst>
          </p:cNvPr>
          <p:cNvSpPr txBox="1"/>
          <p:nvPr/>
        </p:nvSpPr>
        <p:spPr>
          <a:xfrm>
            <a:off x="6056617" y="86523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A7D58E-45EF-E45B-2D21-6D92CF889A0A}"/>
              </a:ext>
            </a:extLst>
          </p:cNvPr>
          <p:cNvSpPr txBox="1"/>
          <p:nvPr/>
        </p:nvSpPr>
        <p:spPr>
          <a:xfrm>
            <a:off x="405855" y="2511541"/>
            <a:ext cx="696797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 NAME       VISHVJEET YADAV</a:t>
            </a:r>
          </a:p>
          <a:p>
            <a:r>
              <a:rPr lang="en-IN" sz="2400" b="1" dirty="0"/>
              <a:t> ROLL NO. 2300350100094</a:t>
            </a:r>
          </a:p>
          <a:p>
            <a:r>
              <a:rPr lang="en-IN" sz="2400" b="1" dirty="0"/>
              <a:t> COURCE   B.TECH</a:t>
            </a:r>
          </a:p>
          <a:p>
            <a:r>
              <a:rPr lang="en-IN" sz="2400" b="1" dirty="0"/>
              <a:t> BRANCH   C.S.E.</a:t>
            </a:r>
          </a:p>
          <a:p>
            <a:r>
              <a:rPr lang="en-IN" sz="2400" b="1" dirty="0"/>
              <a:t> SEC.         B     </a:t>
            </a:r>
          </a:p>
          <a:p>
            <a:r>
              <a:rPr lang="en-IN" sz="2400" b="1" dirty="0"/>
              <a:t> SUBJECT   OPERATING SYSTEM LAB</a:t>
            </a:r>
            <a:endParaRPr lang="en-IN" sz="32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77EAA3-7535-2584-4957-8452F0EF95C7}"/>
              </a:ext>
            </a:extLst>
          </p:cNvPr>
          <p:cNvSpPr txBox="1"/>
          <p:nvPr/>
        </p:nvSpPr>
        <p:spPr>
          <a:xfrm>
            <a:off x="5872898" y="5473005"/>
            <a:ext cx="631910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/>
              <a:t>             SUBMITTED TO-</a:t>
            </a:r>
          </a:p>
          <a:p>
            <a:r>
              <a:rPr lang="en-IN" sz="2800" b="1" dirty="0"/>
              <a:t>Asst. Prof. Ms. SHUBHANGI GOSWAMI</a:t>
            </a:r>
            <a:endParaRPr lang="en-IN" sz="3200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ED9A74B-0CA6-BCF4-DCA3-D3582BE4F0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1562" y="282286"/>
            <a:ext cx="2143125" cy="149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46103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15</TotalTime>
  <Words>53</Words>
  <Application>Microsoft Office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Trebuchet MS</vt:lpstr>
      <vt:lpstr>Wingdings 3</vt:lpstr>
      <vt:lpstr>Facet</vt:lpstr>
      <vt:lpstr>B.B.D.I.T.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VISHVJEET YADAV</dc:creator>
  <cp:lastModifiedBy>VISHVJEET YADAV</cp:lastModifiedBy>
  <cp:revision>1</cp:revision>
  <dcterms:created xsi:type="dcterms:W3CDTF">2025-06-09T21:39:10Z</dcterms:created>
  <dcterms:modified xsi:type="dcterms:W3CDTF">2025-06-09T21:54:18Z</dcterms:modified>
</cp:coreProperties>
</file>